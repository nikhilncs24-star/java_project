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51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077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7849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0272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793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20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102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39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173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15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50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204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89000"/>
              </a:schemeClr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12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5F5F5"/>
                </a:solidFill>
              </a:defRPr>
            </a:pPr>
            <a:r>
              <a:t>Hotel Management System is a Java-based desktop application developed using Object-Oriented Programming (OOP) concepts and Swing GUI.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The system helps hotel staff efficiently manage room bookings, customer details, food orders, billing, and reports through a user-friendly graphical interface.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It automates reservations, check-in/check-out, invoice generation, and room status tracking, making hotel management faster and more accurate.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1600">
                <a:solidFill>
                  <a:srgbClr val="F5F5F5"/>
                </a:solidFill>
              </a:defRPr>
            </a:pPr>
            <a:r>
              <a:t>Traditional hotel management systems rely on manual record keeping, leading to: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• Time-consuming booking processes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• Human errors in billing and customer data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• Difficulty in tracking room availability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• Inefficient handling of food orders and reports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Problem: Automate hotel operations with accuracy and ease.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Solution: A Java-based system managing rooms, customers, food, billing, and reports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Project Overview (Block Diagram)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5F5F5"/>
                </a:solidFill>
              </a:defRPr>
            </a:pPr>
            <a:r>
              <a:t>User (Admin) → Login Authentication → Hotel Management GUI (Swing)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Customer Module: Details, Check-in / Check-out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Room Module: Availability, Status tracking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Food Module: Menu management, Food orders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Billing Module: Room bill, Food bill, Tax &amp; Discount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Reports Module: Revenue, Occupancy rate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Modular architecture improves maintainability and scalability.</a:t>
            </a:r>
          </a:p>
        </p:txBody>
      </p:sp>
      <p:pic>
        <p:nvPicPr>
          <p:cNvPr id="9" name="Picture 8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B5A6FC8E-B3EE-1A4B-3F97-88AE81BE1B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9" t="1417" r="926" b="16759"/>
          <a:stretch>
            <a:fillRect/>
          </a:stretch>
        </p:blipFill>
        <p:spPr>
          <a:xfrm>
            <a:off x="169333" y="1947333"/>
            <a:ext cx="8847667" cy="47667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5F5F5"/>
                </a:solidFill>
              </a:defRPr>
            </a:pPr>
            <a:r>
              <a:t>Programming Language: Java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GUI Framework: Java Swing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OOP Concepts: Encapsulation, Abstraction, Inheritance, Polymorphism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Data Structures: ArrayList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Date Handling: java.time.LocalDate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IDE: Eclipse / IntelliJ IDEA / NetBeans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File Handling: FileWriter (Invoice generation)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Features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5F5F5"/>
                </a:solidFill>
              </a:defRPr>
            </a:pPr>
            <a:r>
              <a:t>Secure Admin Login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Room reservation, cancellation, check-in and check-out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Real-time room availability tracking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Food ordering with quantity selection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Automatic bill calculation with tax and discount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Invoice generation and booking history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Search functionality, maintenance handling, reports, and notifications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OOP Concepts Used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5F5F5"/>
                </a:solidFill>
              </a:defRPr>
            </a:pPr>
            <a:r>
              <a:t>The project follows Object-Oriented Programming principles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Modular, scalable, and easy to maintain system design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Key concepts used: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• Encapsulation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• Abstraction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• Inheritance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• Polymorphism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5F5F5"/>
                </a:solidFill>
              </a:defRPr>
            </a:pPr>
            <a:r>
              <a:t>Class variables are declared private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Controlled access provided using getters and setters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Example classes: Customer, Room, Food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Benefits: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• Protects data from unauthorized access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• Improves security and maintainability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5F5F5"/>
                </a:solidFill>
              </a:defRPr>
            </a:pPr>
            <a:r>
              <a:t>Achieved using well-defined classes (Customer, Room, Food)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Internal logic is hidden from the GUI layer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GUI interacts only with methods like getRoomBill(), getFoodBill()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Benefits: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• Simplifies complex logic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• Improves code readability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5F5F5"/>
                </a:solidFill>
              </a:defRPr>
            </a:pPr>
            <a:r>
              <a:t>Used through Java’s built-in Swing classes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HotelManagementGUI extends JFrame behavior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Benefits: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• Code reuse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• Reduced redundancy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• Enhanced functionality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5F5F5"/>
                </a:solidFill>
              </a:defRPr>
            </a:pPr>
            <a:r>
              <a:t>Implemented using method overriding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toString() overridden in Customer, Room, and Food classes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Same method behaves differently for different objects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Benefits: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• Flexible and dynamic behavior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• Cleaner and reusable 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5F5F5"/>
                </a:solidFill>
              </a:defRPr>
            </a:pPr>
            <a:r>
              <a:t>The Hotel Management System successfully automates hotel operations using Java and OOP principles.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It reduces manual effort, improves efficiency, and ensures accurate billing.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The project demonstrates strong knowledge of Java, Swing, OOP, and real-world software development.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20</TotalTime>
  <Words>515</Words>
  <Application>Microsoft Office PowerPoint</Application>
  <PresentationFormat>On-screen Show (4:3)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Gallery</vt:lpstr>
      <vt:lpstr>Introduction</vt:lpstr>
      <vt:lpstr>Problem Statement</vt:lpstr>
      <vt:lpstr>Project Overview (Block Diagram)</vt:lpstr>
      <vt:lpstr>Tools &amp; Technologies Used</vt:lpstr>
      <vt:lpstr>Features of the System</vt:lpstr>
      <vt:lpstr>OOP Concepts Used – Overview</vt:lpstr>
      <vt:lpstr>Encapsulation</vt:lpstr>
      <vt:lpstr>Abstraction</vt:lpstr>
      <vt:lpstr>Inheritance</vt:lpstr>
      <vt:lpstr>Polymorphism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Nikhil Raikar</cp:lastModifiedBy>
  <cp:revision>2</cp:revision>
  <dcterms:created xsi:type="dcterms:W3CDTF">2013-01-27T09:14:16Z</dcterms:created>
  <dcterms:modified xsi:type="dcterms:W3CDTF">2025-12-27T18:22:37Z</dcterms:modified>
  <cp:category/>
</cp:coreProperties>
</file>